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0215" y="149962"/>
            <a:ext cx="6986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2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EJE –</a:t>
            </a:r>
            <a:pPr indent="0" marL="0">
              <a:buNone/>
            </a:pPr>
            <a:r>
              <a:rPr lang="en-US" sz="2800" b="1" dirty="0">
                <a:solidFill>
                  <a:srgbClr val="7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Integraciones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87706" y="923544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7706" y="923544"/>
            <a:ext cx="2743200" cy="7223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298" y="1115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1457554" y="1106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57554" y="14173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validadas</a:t>
            </a:r>
            <a:endParaRPr lang="en-US" sz="810" dirty="0"/>
          </a:p>
        </p:txBody>
      </p:sp>
      <p:sp>
        <p:nvSpPr>
          <p:cNvPr id="9" name="Shape 6"/>
          <p:cNvSpPr/>
          <p:nvPr/>
        </p:nvSpPr>
        <p:spPr>
          <a:xfrm>
            <a:off x="3249778" y="923544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9778" y="923544"/>
            <a:ext cx="2743200" cy="72238"/>
          </a:xfrm>
          <a:prstGeom prst="rect">
            <a:avLst/>
          </a:prstGeom>
          <a:solidFill>
            <a:srgbClr val="00244F"/>
          </a:solidFill>
          <a:ln w="12700">
            <a:solidFill>
              <a:srgbClr val="0024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4370" y="11155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2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4319626" y="1106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validar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30138" y="926287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30138" y="926287"/>
            <a:ext cx="2743200" cy="7223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4730" y="1118311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7199986" y="1109167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pruebas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64778" y="920801"/>
            <a:ext cx="2743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4778" y="920801"/>
            <a:ext cx="2743200" cy="7223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29370" y="1112825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100" dirty="0"/>
          </a:p>
        </p:txBody>
      </p:sp>
      <p:sp>
        <p:nvSpPr>
          <p:cNvPr id="20" name="Text 17"/>
          <p:cNvSpPr/>
          <p:nvPr/>
        </p:nvSpPr>
        <p:spPr>
          <a:xfrm>
            <a:off x="10034626" y="1103681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82219" y="2018081"/>
            <a:ext cx="2752344" cy="186354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2219" y="2018081"/>
            <a:ext cx="47549" cy="186354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955" y="2100377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validadas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5955" y="2411273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GSJ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6811" y="2758745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4243" y="291145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" y="2850185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RENIEC/1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574243" y="321685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3115" y="315559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RENIEC/4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74243" y="352226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3115" y="346100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RENIEC/7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1424635" y="291145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543507" y="2850185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RENIEC/2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1424635" y="321685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543507" y="315559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RENIEC/5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1424635" y="352226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543507" y="346100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RENIEC/8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275027" y="291145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393899" y="2850185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RENIEC/3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2275027" y="321685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393899" y="315559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RENIEC/6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275027" y="352226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93899" y="3461004"/>
            <a:ext cx="5943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 integración de RENIEC/9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3249778" y="2029968"/>
            <a:ext cx="2752344" cy="1849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49778" y="2029968"/>
            <a:ext cx="47549" cy="1849831"/>
          </a:xfrm>
          <a:prstGeom prst="rect">
            <a:avLst/>
          </a:prstGeom>
          <a:solidFill>
            <a:srgbClr val="00244F"/>
          </a:solidFill>
          <a:ln w="12700">
            <a:solidFill>
              <a:srgbClr val="00244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23514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por validar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3423514" y="242316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GTI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3414370" y="2770632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441802" y="292333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560674" y="28620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SUNARP/1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441802" y="304220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60674" y="298094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SUNARP/2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441802" y="3161081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560674" y="3099816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SUNARP/3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3441802" y="3279953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560674" y="321868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SUNARP/4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3441802" y="3398825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560674" y="333756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SUNARP/5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3441802" y="351769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560674" y="345643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SUNARP/6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3441802" y="363656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560674" y="357530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SUNARP/7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3441802" y="3755441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560674" y="3694176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SUNARP/8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126480" y="2029968"/>
            <a:ext cx="2752344" cy="1849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126480" y="2029968"/>
            <a:ext cx="47549" cy="1849831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00216" y="2112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Pruebas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300216" y="2423160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SOFTPLAN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291072" y="2770632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318504" y="292333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37376" y="286207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Embargos/1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6318504" y="304220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437376" y="298094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Embargos/2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318504" y="3161081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437376" y="3099816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Embargos/3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6318504" y="3279953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437376" y="321868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Embargos/4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6318504" y="3398825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437376" y="333756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Embargos/5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6318504" y="351769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437376" y="345643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Embargos/6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6318504" y="3636569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437376" y="357530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ASBANC Embargos/7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9015984" y="2033626"/>
            <a:ext cx="2752344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015984" y="2033626"/>
            <a:ext cx="47549" cy="184708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189720" y="211592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Desarrollo</a:t>
            </a:r>
            <a:endParaRPr lang="en-US" sz="1400" dirty="0"/>
          </a:p>
        </p:txBody>
      </p:sp>
      <p:sp>
        <p:nvSpPr>
          <p:cNvPr id="87" name="Text 84"/>
          <p:cNvSpPr/>
          <p:nvPr/>
        </p:nvSpPr>
        <p:spPr>
          <a:xfrm>
            <a:off x="9189720" y="242681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GTI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9180576" y="2774290"/>
            <a:ext cx="2468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208008" y="2926994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326880" y="286573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Depósitos/1</a:t>
            </a:r>
            <a:endParaRPr lang="en-US" sz="800" dirty="0"/>
          </a:p>
        </p:txBody>
      </p:sp>
      <p:sp>
        <p:nvSpPr>
          <p:cNvPr id="91" name="Shape 88"/>
          <p:cNvSpPr/>
          <p:nvPr/>
        </p:nvSpPr>
        <p:spPr>
          <a:xfrm>
            <a:off x="9208008" y="3045866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326880" y="298460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Depósitos/2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9208008" y="3164738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9326880" y="3103474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Depósitos/3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9208008" y="3283610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9326880" y="3222346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Depósitos/4</a:t>
            </a:r>
            <a:endParaRPr lang="en-US" sz="800" dirty="0"/>
          </a:p>
        </p:txBody>
      </p:sp>
      <p:sp>
        <p:nvSpPr>
          <p:cNvPr id="97" name="Shape 94"/>
          <p:cNvSpPr/>
          <p:nvPr/>
        </p:nvSpPr>
        <p:spPr>
          <a:xfrm>
            <a:off x="9208008" y="3402482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9326880" y="334121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Depósitos/5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9208008" y="3521354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9326880" y="3460090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Depósitos/6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9208008" y="3640226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9326880" y="357896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SINAREJ Depósitos/7</a:t>
            </a:r>
            <a:endParaRPr lang="en-US" sz="800" dirty="0"/>
          </a:p>
        </p:txBody>
      </p:sp>
      <p:sp>
        <p:nvSpPr>
          <p:cNvPr id="103" name="Shape 100"/>
          <p:cNvSpPr/>
          <p:nvPr/>
        </p:nvSpPr>
        <p:spPr>
          <a:xfrm>
            <a:off x="387706" y="3994099"/>
            <a:ext cx="2743200" cy="7141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87706" y="3994099"/>
            <a:ext cx="2743200" cy="72238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52298" y="4186123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100" dirty="0"/>
          </a:p>
        </p:txBody>
      </p:sp>
      <p:sp>
        <p:nvSpPr>
          <p:cNvPr id="106" name="Text 103"/>
          <p:cNvSpPr/>
          <p:nvPr/>
        </p:nvSpPr>
        <p:spPr>
          <a:xfrm>
            <a:off x="1457554" y="4176979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</p:txBody>
      </p:sp>
      <p:sp>
        <p:nvSpPr>
          <p:cNvPr id="107" name="Shape 104"/>
          <p:cNvSpPr/>
          <p:nvPr/>
        </p:nvSpPr>
        <p:spPr>
          <a:xfrm>
            <a:off x="378562" y="4834433"/>
            <a:ext cx="2752344" cy="10927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78562" y="4834433"/>
            <a:ext cx="47549" cy="1092708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561442" y="4925873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en Desarrollo</a:t>
            </a:r>
            <a:endParaRPr lang="en-US" sz="1350" dirty="0"/>
          </a:p>
        </p:txBody>
      </p:sp>
      <p:sp>
        <p:nvSpPr>
          <p:cNvPr id="110" name="Shape 107"/>
          <p:cNvSpPr/>
          <p:nvPr/>
        </p:nvSpPr>
        <p:spPr>
          <a:xfrm>
            <a:off x="543154" y="5575097"/>
            <a:ext cx="2478024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61442" y="5718658"/>
            <a:ext cx="54864" cy="54864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680314" y="5657393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 Suprema · Entidad: PJ</a:t>
            </a:r>
            <a:endParaRPr lang="en-US" sz="780" dirty="0"/>
          </a:p>
        </p:txBody>
      </p:sp>
      <p:sp>
        <p:nvSpPr>
          <p:cNvPr id="113" name="Shape 110"/>
          <p:cNvSpPr/>
          <p:nvPr/>
        </p:nvSpPr>
        <p:spPr>
          <a:xfrm>
            <a:off x="561442" y="5837530"/>
            <a:ext cx="54864" cy="54864"/>
          </a:xfrm>
          <a:prstGeom prst="ellipse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680314" y="5776265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manual · Entidad: SGE</a:t>
            </a:r>
            <a:endParaRPr lang="en-US" sz="780" dirty="0"/>
          </a:p>
        </p:txBody>
      </p:sp>
      <p:sp>
        <p:nvSpPr>
          <p:cNvPr id="115" name="Shape 112"/>
          <p:cNvSpPr/>
          <p:nvPr/>
        </p:nvSpPr>
        <p:spPr>
          <a:xfrm>
            <a:off x="3249778" y="3995928"/>
            <a:ext cx="846734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3249778" y="3995928"/>
            <a:ext cx="47549" cy="1883664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3423514" y="4078224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sin clasificar</a:t>
            </a:r>
            <a:endParaRPr lang="en-US" sz="1400" dirty="0"/>
          </a:p>
        </p:txBody>
      </p:sp>
      <p:sp>
        <p:nvSpPr>
          <p:cNvPr id="118" name="Text 115"/>
          <p:cNvSpPr/>
          <p:nvPr/>
        </p:nvSpPr>
        <p:spPr>
          <a:xfrm>
            <a:off x="3423514" y="4389120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Entidad: PJ</a:t>
            </a:r>
            <a:endParaRPr lang="en-US" sz="850" dirty="0"/>
          </a:p>
        </p:txBody>
      </p:sp>
      <p:sp>
        <p:nvSpPr>
          <p:cNvPr id="119" name="Shape 116"/>
          <p:cNvSpPr/>
          <p:nvPr/>
        </p:nvSpPr>
        <p:spPr>
          <a:xfrm>
            <a:off x="3414370" y="4736592"/>
            <a:ext cx="8183880" cy="0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3441802" y="4889297"/>
            <a:ext cx="54864" cy="5486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3560674" y="4828032"/>
            <a:ext cx="249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 pendiente</a:t>
            </a:r>
            <a:endParaRPr lang="en-US" sz="760" dirty="0"/>
          </a:p>
        </p:txBody>
      </p:sp>
      <p:sp>
        <p:nvSpPr>
          <p:cNvPr id="122" name="Text 119"/>
          <p:cNvSpPr/>
          <p:nvPr/>
        </p:nvSpPr>
        <p:spPr>
          <a:xfrm>
            <a:off x="3246120" y="5751576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4A4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Seguimiento (filas 1–36) · Severidad Alta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Integraciones</dc:title>
  <dc:subject>Resumen táctico de integraciones</dc:subject>
  <dc:creator>Proyecto EJE No Penal</dc:creator>
  <cp:lastModifiedBy>Proyecto EJE No Penal</cp:lastModifiedBy>
  <cp:revision>1</cp:revision>
  <dcterms:created xsi:type="dcterms:W3CDTF">2026-10-18T19:32:33Z</dcterms:created>
  <dcterms:modified xsi:type="dcterms:W3CDTF">2026-10-18T19:32:33Z</dcterms:modified>
</cp:coreProperties>
</file>