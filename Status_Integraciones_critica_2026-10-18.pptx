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0215" y="149962"/>
            <a:ext cx="6986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2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EJE –</a:t>
            </a:r>
            <a:pPr indent="0" marL="0">
              <a:buNone/>
            </a:pPr>
            <a:r>
              <a:rPr lang="en-US" sz="2800" b="1" dirty="0">
                <a:solidFill>
                  <a:srgbClr val="7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Integraciones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87706" y="923544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7706" y="923544"/>
            <a:ext cx="2743200" cy="7223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2298" y="11155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1457554" y="1106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57554" y="14173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validadas</a:t>
            </a:r>
            <a:endParaRPr lang="en-US" sz="810" dirty="0"/>
          </a:p>
        </p:txBody>
      </p:sp>
      <p:sp>
        <p:nvSpPr>
          <p:cNvPr id="9" name="Shape 6"/>
          <p:cNvSpPr/>
          <p:nvPr/>
        </p:nvSpPr>
        <p:spPr>
          <a:xfrm>
            <a:off x="3249778" y="923544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9778" y="923544"/>
            <a:ext cx="2743200" cy="72238"/>
          </a:xfrm>
          <a:prstGeom prst="rect">
            <a:avLst/>
          </a:prstGeom>
          <a:solidFill>
            <a:srgbClr val="00244F"/>
          </a:solidFill>
          <a:ln w="12700">
            <a:solidFill>
              <a:srgbClr val="0024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4370" y="11155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2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4319626" y="1106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validar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30138" y="926287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30138" y="926287"/>
            <a:ext cx="2743200" cy="7223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4730" y="1118311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7199986" y="1109167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964778" y="920801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4778" y="920801"/>
            <a:ext cx="2743200" cy="7223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29370" y="1112825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100" dirty="0"/>
          </a:p>
        </p:txBody>
      </p:sp>
      <p:sp>
        <p:nvSpPr>
          <p:cNvPr id="20" name="Text 17"/>
          <p:cNvSpPr/>
          <p:nvPr/>
        </p:nvSpPr>
        <p:spPr>
          <a:xfrm>
            <a:off x="10034626" y="1103681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82219" y="2018081"/>
            <a:ext cx="2752344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2219" y="2018081"/>
            <a:ext cx="47549" cy="186354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955" y="2100377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validadas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5955" y="2411273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GSJ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6811" y="2758745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4243" y="2911450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3115" y="2850185"/>
            <a:ext cx="1019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RENIEC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574243" y="3030322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115" y="2969057"/>
            <a:ext cx="1019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574243" y="3149194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3115" y="3087929"/>
            <a:ext cx="1019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74243" y="3268066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3115" y="3206801"/>
            <a:ext cx="1019556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MPE - Redireccionamiento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849831" y="2911450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68703" y="2850185"/>
            <a:ext cx="1019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CONADIS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1849831" y="3030322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968703" y="2969057"/>
            <a:ext cx="1019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- Aranceles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1849831" y="3149194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968703" y="3087929"/>
            <a:ext cx="1019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SINOE / SINOTEL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3249778" y="2029968"/>
            <a:ext cx="2752344" cy="1849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49778" y="2029968"/>
            <a:ext cx="47549" cy="1849831"/>
          </a:xfrm>
          <a:prstGeom prst="rect">
            <a:avLst/>
          </a:prstGeom>
          <a:solidFill>
            <a:srgbClr val="00244F"/>
          </a:solidFill>
          <a:ln w="12700">
            <a:solidFill>
              <a:srgbClr val="00244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23514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por validar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414370" y="2770632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41802" y="2923337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560674" y="286207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/ Embargos · Entidad: GSJ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3441802" y="304220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560674" y="2980944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SERNOT · Entidad: GTI / SOFTPLAN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126480" y="2029968"/>
            <a:ext cx="2752344" cy="1849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126480" y="2029968"/>
            <a:ext cx="47549" cy="1849831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00216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 Pruebas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6300216" y="242316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Softplan / PJ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291072" y="2770632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18504" y="2923337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37376" y="286207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/ SIE - Estadístico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9015984" y="2033626"/>
            <a:ext cx="2752344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015984" y="2033626"/>
            <a:ext cx="47549" cy="18470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189720" y="211592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 Desarrollo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9180576" y="2774290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208008" y="2926994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326880" y="2865730"/>
            <a:ext cx="22951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- Depósitos / Orden de Pago · Entidad: GTI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9208008" y="3139135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326880" y="307787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Multas · Entidad: Softplan / GTI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387706" y="3994099"/>
            <a:ext cx="2743200" cy="71414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87706" y="3994099"/>
            <a:ext cx="2743200" cy="72238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52298" y="4186123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100" dirty="0"/>
          </a:p>
        </p:txBody>
      </p:sp>
      <p:sp>
        <p:nvSpPr>
          <p:cNvPr id="66" name="Text 63"/>
          <p:cNvSpPr/>
          <p:nvPr/>
        </p:nvSpPr>
        <p:spPr>
          <a:xfrm>
            <a:off x="1457554" y="4176979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378562" y="4834433"/>
            <a:ext cx="2752344" cy="10927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78562" y="4834433"/>
            <a:ext cx="47549" cy="1092708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1442" y="4925873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 Desarrollo</a:t>
            </a:r>
            <a:endParaRPr lang="en-US" sz="1350" dirty="0"/>
          </a:p>
        </p:txBody>
      </p:sp>
      <p:sp>
        <p:nvSpPr>
          <p:cNvPr id="70" name="Text 67"/>
          <p:cNvSpPr/>
          <p:nvPr/>
        </p:nvSpPr>
        <p:spPr>
          <a:xfrm>
            <a:off x="552298" y="5227625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Softplan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543154" y="5575097"/>
            <a:ext cx="2478024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61442" y="5718658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0314" y="5657393"/>
            <a:ext cx="2295144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 de Expedientes Digitalizados a la Corte Suprema</a:t>
            </a:r>
            <a:endParaRPr lang="en-US" sz="780" dirty="0"/>
          </a:p>
        </p:txBody>
      </p:sp>
      <p:sp>
        <p:nvSpPr>
          <p:cNvPr id="74" name="Text 71"/>
          <p:cNvSpPr/>
          <p:nvPr/>
        </p:nvSpPr>
        <p:spPr>
          <a:xfrm>
            <a:off x="3246120" y="5751576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Seguimiento (filas 1–36) · Severidad Crítica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Integraciones</dc:title>
  <dc:subject>Resumen táctico de integraciones</dc:subject>
  <dc:creator>Proyecto EJE No Penal</dc:creator>
  <cp:lastModifiedBy>Proyecto EJE No Penal</cp:lastModifiedBy>
  <cp:revision>1</cp:revision>
  <dcterms:created xsi:type="dcterms:W3CDTF">2026-10-18T19:32:33Z</dcterms:created>
  <dcterms:modified xsi:type="dcterms:W3CDTF">2026-10-18T19:32:33Z</dcterms:modified>
</cp:coreProperties>
</file>